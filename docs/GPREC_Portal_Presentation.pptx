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3.xml"/><Relationship Id="rId7" Type="http://schemas.openxmlformats.org/officeDocument/2006/relationships/slide" Target="slide18.xml"/><Relationship Id="rId8" Type="http://schemas.openxmlformats.org/officeDocument/2006/relationships/slide" Target="slide24.xml"/><Relationship Id="rId9" Type="http://schemas.openxmlformats.org/officeDocument/2006/relationships/slide" Target="slide28.xml"/><Relationship Id="rId10" Type="http://schemas.openxmlformats.org/officeDocument/2006/relationships/slide" Target="slide34.xml"/><Relationship Id="rId11" Type="http://schemas.openxmlformats.org/officeDocument/2006/relationships/slide" Target="slide39.xml"/><Relationship Id="rId12" Type="http://schemas.openxmlformats.org/officeDocument/2006/relationships/slide" Target="slide43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5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72200"/>
            <a:ext cx="12191695" cy="9144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D3E8"/>
                </a:solidFill>
                <a:latin typeface="Calibri"/>
              </a:rPr>
              <a:t>G PULLA REDDY ENGINEERING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GPREC College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5D04"/>
                </a:solidFill>
                <a:latin typeface="Calibri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D3E8"/>
                </a:solidFill>
                <a:latin typeface="Calibri"/>
              </a:rPr>
              <a:t>A role-based ERP web portal for students, faculty, administration, parents,</a:t>
            </a:r>
          </a:p>
          <a:p>
            <a:pPr algn="l"/>
            <a:r>
              <a:rPr sz="1500" b="0" i="1">
                <a:solidFill>
                  <a:srgbClr val="C9D3E8"/>
                </a:solidFill>
                <a:latin typeface="Calibri"/>
              </a:rPr>
              <a:t>alumni, non-teaching staff, and campus fest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9CC2"/>
                </a:solidFill>
                <a:latin typeface="Calibri"/>
              </a:rPr>
              <a:t>Static HTML/CSS/JS  ·  Python backend  ·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2" action="ppaction://hlinksldjump"/>
              </a:rPr>
              <a:t>▸  Introduction &amp; Objectives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3" action="ppaction://hlinksldjump"/>
              </a:rPr>
              <a:t>▸  System Architecture &amp; Tech Stack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4" action="ppaction://hlinksldjump"/>
              </a:rPr>
              <a:t>▸  Roles &amp; Modules Overview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5" action="ppaction://hlinksldjump"/>
              </a:rPr>
              <a:t>▸  Public Website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6" action="ppaction://hlinksldjump"/>
              </a:rPr>
              <a:t>▸  Role-Based Login System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7" action="ppaction://hlinksldjump"/>
              </a:rPr>
              <a:t>▸  Student Portal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8" action="ppaction://hlinksldjump"/>
              </a:rPr>
              <a:t>▸  Faculty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9" action="ppaction://hlinksldjump"/>
              </a:rPr>
              <a:t>▸  Admin Console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0" action="ppaction://hlinksldjump"/>
              </a:rPr>
              <a:t>▸  Department / Hostel / Exam Cell / Placement Dashboards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1" action="ppaction://hlinksldjump"/>
              </a:rPr>
              <a:t>▸  College Fest &amp; Event Management System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2" action="ppaction://hlinksldjump"/>
              </a:rPr>
              <a:t>▸  Database Design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3" action="ppaction://hlinksldjump"/>
              </a:rPr>
              <a:t>▸  Security &amp; Access Control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4" action="ppaction://hlinksldjump"/>
              </a:rPr>
              <a:t>▸  Notable Recent Enhancements</a:t>
            </a:r>
          </a:p>
          <a:p>
            <a:pPr>
              <a:spcAft>
                <a:spcPts val="800"/>
              </a:spcAft>
            </a:pPr>
            <a:r>
              <a:rPr sz="1700" u="none">
                <a:solidFill>
                  <a:srgbClr val="0A1F44"/>
                </a:solidFill>
                <a:latin typeface="Calibri"/>
                <a:hlinkClick r:id="rId15" action="ppaction://hlinksldjump"/>
              </a:rPr>
              <a:t>▸ 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the GPREC College Portal?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full role-based ERP-style web application for G Pulla Reddy Engineering College.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Combines the public college website with a complete internal portal.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Covers 10 distinct user roles: Student, Faculty, College/Department Admin, Hostel Warden, Exam Cell Officer, Placement Cell Officer, Parent, Alumni, Non-Teaching Staff, and public Event/Fest Visitors.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Frontend: plain HTML, CSS, and JavaScript - no framework dependency.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Backend: lightweight Python HTTP servers + PostgreSQL for all persistent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Runs fully locally for development; deployable to production per PRODUCTION.md.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Digitize day-to-day academic and administrative workflows for every stakeholder.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Give each role a purpose-built dashboard with exactly the data/actions relevant to them.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Centralize student records, attendance, grades, fees, hostel, placements, and examinations.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Give the college admin a single console for users, content, notices, and integrations.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Support the annual College Fest end-to-end - publishing, volunteers, visitor registration, digital passes, gate check-in.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Keep the stack dependency-light and easy to run, audit, and extend.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116 static HTML pages, one shared script.js (~30k lines) and styles.css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static_server.py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Serves the static site - http://127.0.0.1:8080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portal_db_server.py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Postgres-backed API - http://127.0.0.1:8766 (auth, bootstrap, all reads/writes)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admin_config_server.py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admin-config.json + file uploads - http://127.0.0.1:8765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pdf_render_server.py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Optional Playwright HTML-to-PDF rendering - http://127.0.0.1:8767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PostgreSQL (gprec_erp)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78 tables: students, faculty, admins, attendance, grades, fees, hostel, placements, exams, campus events, ...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6286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HTML5, CSS3, vanilla JavaScript (ES6+) - no build step or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Client libraries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qrcode-generator.js, html2canvas.min.js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Python 3 (built-in http.server based tools)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PostgreSQL (schema: gprec_erp)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PDF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Playwright (headless Chromium),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PayU payment gateway integration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A1F44"/>
                          </a:solidFill>
                        </a:defRPr>
                      </a:pPr>
                      <a:r>
                        <a:t>Session tokens, salted/hashed passwords, math CAPTCHA, login throttling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Roles &amp; Modules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3772101"/>
                <a:gridCol w="3772101"/>
              </a:tblGrid>
              <a:tr h="4191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Login Page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College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Department Admin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department-dashboard.html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 Warden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Exam Cell Officer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exam-cell-dashboard.html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Placement Cell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placement-dashboard.html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student-dashboard.html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faculty-dashboard.html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parent-dashboard.html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alumni-login.html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alumni-dashboard.html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 Staff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non-teaching-login.html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non-teaching-dashboard.html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Event Visitor (public)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self-service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event-visitor-dashboard.html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Homepage, About, Admissions, Campus Life, Fees, Contact &amp;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www.gprec.ac.in - public homepage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About Us &amp; Admissions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9748" y="1287880"/>
            <a:ext cx="3922110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abou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48" y="1325880"/>
            <a:ext cx="384611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About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5692" y="1287880"/>
            <a:ext cx="3610396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admi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692" y="1325880"/>
            <a:ext cx="3534396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Life &amp; Fee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0962" y="1287880"/>
            <a:ext cx="3759682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campus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62" y="1325880"/>
            <a:ext cx="368368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Campus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4855" y="1287880"/>
            <a:ext cx="4992071" cy="4739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fee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55" y="1325880"/>
            <a:ext cx="4916071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Fee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Contact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contac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Contact Us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Role-Based 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Roll+DOB / email+password / OTP, all CAPTCHA-protected and rate-limited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Authentication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role signs in through its own dedicated login page.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Students authenticate with roll number + date of birth, verified server-side.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Staff/Admin roles authenticate with college email + password (salted &amp; hashed).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Parents use a mobile-number OTP flow - no password.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form includes a self-hosted math CAPTCHA.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Repeated failed attempts are rate-limited (throttled) server-side per identity.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Session tokens + active role are kept in browser local storage, matched to the exact role at every API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Student &amp; Faculty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login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Student Login (Roll No. + DOB)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login_facu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Faculty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&amp; Parent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login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Admin Login (role-aware)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login_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Parent Login (OTP)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LOGIN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Alumni &amp; Non-Teaching Staff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640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login_alum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48"/>
            <a:ext cx="5364327" cy="3352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Alumni Login / Sign-up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727" y="1943248"/>
            <a:ext cx="5440327" cy="34287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_login_nonte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81248"/>
            <a:ext cx="5364327" cy="3352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727" y="608076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Non-Teaching Staff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Academics, attendance, fees, hostel, events, and more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Student Dashboard -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4379" y="1287880"/>
            <a:ext cx="540293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79" y="1325880"/>
            <a:ext cx="532693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Collapsible sidebar covering every student-facing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student_campus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open events and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(New Feature)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student signed in as an event volunteer can check an attendee into a fest event.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Works by GPREC roll number (students) or outside-visitor email (public guests).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No QR camera scan required - a desktop-friendly fallback right in the dashboard nav.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existing /campus-event/manual-checkin backend endpoint - no backend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_student_manual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Select event, enter roll number or visitor email, check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student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Subject-wise attendance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Faculty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Classes, assignments, attendance, leave, research &amp; events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Faculty Dashboard -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95" y="1287880"/>
            <a:ext cx="6796704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3_facul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95" y="1325880"/>
            <a:ext cx="672070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Classes, assignments, attendance, payroll, and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(New Feature)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Faculty can now browse open campus/fest events and register themselves as an attendee.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Separate from creating or managing an event - this is the attendee-side flow.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Same registration + downloadable digital pass flow students already had.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Identity resolved by login email (faculty have no roll number) via a shared getCampusEventRegistrant() helper.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FACULTY PORTAL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_faculty_register_for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events and register - faculty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The operational nerve centre of the portal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Console -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3324" y="1287880"/>
            <a:ext cx="364504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24" y="1325880"/>
            <a:ext cx="356904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Portal-wide counts, system health, and every dashboard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Console Modules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What it's for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Portal-wide counts, system health, dashboard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Academic dates and reminders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Campus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Fest and activity listings for the public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Data Integrations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Google, PayU, AI, library, DB, SMS/KYC settings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Fee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Student fee structures, dues, payment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Register for Event (new)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Admin registers as an attendee for a campus/fest event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Reports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Report exports, admin audit trail, data retention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Site Maintenance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Take the site/dashboards offline with a warning banner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Users &amp;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Admin directory - who has access, at what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Web Page Content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A1F44"/>
                          </a:solidFill>
                        </a:defRPr>
                      </a:pPr>
                      <a:r>
                        <a:t>Editable content blocks on the public website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Campus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b_admin_campus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Publish events and export attendee check-ins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c_admin_register_for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Browse events and register - admin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ADMIN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Users &amp;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0519" y="1287880"/>
            <a:ext cx="7610656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d_admin_users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19" y="1325880"/>
            <a:ext cx="7534656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Admin directory - roles, departments,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Department / Hostel / Exam Cell /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Scoped admin-family dashboards sharing one login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DEPARTMENT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Department Dashboard (CSE)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5741" y="1287880"/>
            <a:ext cx="5580212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_depart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41" y="1325880"/>
            <a:ext cx="5504212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Department-scoped student, faculty, and academic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HOSTEL WARDEN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Hostel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615619" y="1287880"/>
            <a:ext cx="6960457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_hoste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619" y="1325880"/>
            <a:ext cx="688445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Allocations, outings, and leave approvals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EXAM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Exam Cell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_examce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Exam schedules and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PLACEMENT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Placement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place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Placement drives and 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College Fest &amp; Event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Publishing, volunteers, visitor registration, digital passes, gate check-in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the Fest System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Admins publish fest activities and approve faculty coordinators.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Faculty manage their own activities and assign student volunteers.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Volunteers check attendees in at the gate - QR scan or manual fallback.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The public event-visitor page lets outside guests sign up, register for open events, and download a digital pass.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Compass/travel-themed design: ticker, zone map, announcements, schedule, sponsors, gallery, and section copy - all now admin-editable (new).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Event Management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0633" y="1287880"/>
            <a:ext cx="7110429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_event_manage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33" y="1325880"/>
            <a:ext cx="7034429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Fest Settings, activities, coordinators, and Visitor Page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Public Event Visitor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0412" y="1287880"/>
            <a:ext cx="7430870" cy="47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_event_visito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412" y="1325880"/>
            <a:ext cx="735487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Sign in / create an account to register for fest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4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Tables</a:t>
                      </a:r>
                    </a:p>
                  </a:txBody>
                  <a:tcPr>
                    <a:solidFill>
                      <a:srgbClr val="0A1F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Identity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admins, faculty, students, guardians, alumni_accounts, non_teaching_staff, event_visitor_accounts, user_credentials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Academics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attendance_records, student_grades, internal_marks, curriculum, class_timetable, assignments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Fees &amp; Payroll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fee_dues, fee_amount_overrides, bank_details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hostel_allocations, hostel_outing_requests, hostel_leave_requests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Campus Events / 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campus_event_registrations, event_visitor_accounts, activity_log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Content &amp; Comms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notices, notifications, contact_messages, calendar_reminders, site_content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F44"/>
                          </a:solidFill>
                        </a:defRPr>
                      </a:pPr>
                      <a:r>
                        <a:t>library_books, library_issues, book_favorites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78 Tables · One Schema · gprec_erp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All portal data lives in PostgreSQL under the gprec_erp schema.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generic site_content key/value table backs every admin-editable content block across the portal (fest settings, poster/ad designs, ticker messages, and more).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Read via a single getSiteContent(key, fallback) helper on the frontend.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Written through one admin-only /api/site-content endpoint on the backend.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dashboard requires a real, server-issued session token matched to its exact role.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Passwords stored salted and hashed (user_credentials table) - never in plain text.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One-time First-Time Setup flow bootstraps the very first admin password, then locks itself.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Self-hosted math CAPTCHAs on every login/signup form.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Server-side login throttling blocks repeated failed attempts per identity.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Role-scoped API authorization on the backend, independent of what the frontend shows or hides.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Uploaded files written to a dedicated uploads/ directory, separate from application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Notable Recent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Three features shipped in this development session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Dynamic Fest Content (Event Visitor 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Ticker, zone map, announcements, schedule, sponsors, gallery labels, and 6 section blurbs were previously hardcoded on event-visitor-dashboard.html.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Now admin-editable from a new "Visitor Page Content" card in the Event Management Dashboard.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Backed by the existing generic site_content API - no new backend endpoints needed.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Every field falls back to its original placeholder copy until an admin saves real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Register for Event - Faculty &amp;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Previously only students (and public visitors) could self-register as an event attendee.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Generalised behind one getCampusEventRegistrant() identity resolver.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Keys the registration by roll number (students) or login email (faculty/admin).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Surfaced as a new "Register for Event" section on both the Faculty and Admin dashboards.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exact same registration + digital pass flow the student dashboard already had.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ENHANCEMENT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Manual Check-In - Student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Volunteers previously needed a separate, mobile-oriented QR scanner page to check attendees in manually.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New Manual Check-In section added directly to the Student Dashboard's own navigation.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Desktop-friendly - no camera required.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Reuses the existing /campus-event/manual-checkin endpoint unchanged.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complete, role-aware digital front door for the college.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Spans a public marketing site through to a full academic and administrative ERP.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Plus a purpose-built system for running the annual fest end-to-end.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 dependency-light stack keeps it easy to run, audit, and extend without a framework build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Native mobile apps (or a PWA) for student and volunteer QR check-in flows.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Deeper analytics/reporting for placements, attendance trends, and fee collection.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Real Google/PayU/SMS integrations wired end-to-end in production.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F44"/>
                </a:solidFill>
                <a:latin typeface="Calibri"/>
              </a:rPr>
              <a:t>▸  Automated test coverage for authentication and registration 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3E8"/>
                </a:solidFill>
                <a:latin typeface="Calibri"/>
              </a:rPr>
              <a:t>GPREC College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471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9D3E8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80160" cy="73152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E8"/>
                </a:solidFill>
                <a:latin typeface="Calibri"/>
              </a:rPr>
              <a:t>GPREC College Portal · gprec.ac.in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