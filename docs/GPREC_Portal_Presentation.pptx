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172200"/>
            <a:ext cx="12191695" cy="91440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D3E8"/>
                </a:solidFill>
                <a:latin typeface="Calibri"/>
              </a:rPr>
              <a:t>G PULLA REDDY ENGINEERING COLLEGE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GPREC College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11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E85D04"/>
                </a:solidFill>
                <a:latin typeface="Calibri"/>
              </a:rPr>
              <a:t>Project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9D3E8"/>
                </a:solidFill>
                <a:latin typeface="Calibri"/>
              </a:rPr>
              <a:t>A role-based ERP web portal for students, faculty, administration, parents,</a:t>
            </a:r>
          </a:p>
          <a:p>
            <a:pPr algn="l"/>
            <a:r>
              <a:rPr sz="1500" b="0" i="1">
                <a:solidFill>
                  <a:srgbClr val="C9D3E8"/>
                </a:solidFill>
                <a:latin typeface="Calibri"/>
              </a:rPr>
              <a:t>alumni, non-teaching staff, and campus fest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F9CC2"/>
                </a:solidFill>
                <a:latin typeface="Calibri"/>
              </a:rPr>
              <a:t>Static HTML/CSS/JS  ·  Python backend  ·  PostgreSQL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  <a:latin typeface="Calibri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0A1F44"/>
                </a:solidFill>
                <a:latin typeface="Calibri"/>
              </a:rPr>
              <a:t>▸  Introduction &amp; Objectives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A1F44"/>
                </a:solidFill>
                <a:latin typeface="Calibri"/>
              </a:rPr>
              <a:t>▸  System Architecture &amp; Tech Stack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A1F44"/>
                </a:solidFill>
                <a:latin typeface="Calibri"/>
              </a:rPr>
              <a:t>▸  Roles &amp; Modules Overview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A1F44"/>
                </a:solidFill>
                <a:latin typeface="Calibri"/>
              </a:rPr>
              <a:t>▸  Public Website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A1F44"/>
                </a:solidFill>
                <a:latin typeface="Calibri"/>
              </a:rPr>
              <a:t>▸  Role-Based Login System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A1F44"/>
                </a:solidFill>
                <a:latin typeface="Calibri"/>
              </a:rPr>
              <a:t>▸  Student Portal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A1F44"/>
                </a:solidFill>
                <a:latin typeface="Calibri"/>
              </a:rPr>
              <a:t>▸  Faculty Portal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A1F44"/>
                </a:solidFill>
                <a:latin typeface="Calibri"/>
              </a:rPr>
              <a:t>▸  Admin Console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A1F44"/>
                </a:solidFill>
                <a:latin typeface="Calibri"/>
              </a:rPr>
              <a:t>▸  Department / Hostel / Exam Cell / Placement Dashboards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A1F44"/>
                </a:solidFill>
                <a:latin typeface="Calibri"/>
              </a:rPr>
              <a:t>▸  College Fest &amp; Event Management System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A1F44"/>
                </a:solidFill>
                <a:latin typeface="Calibri"/>
              </a:rPr>
              <a:t>▸  Database Design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A1F44"/>
                </a:solidFill>
                <a:latin typeface="Calibri"/>
              </a:rPr>
              <a:t>▸  Security &amp; Access Control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A1F44"/>
                </a:solidFill>
                <a:latin typeface="Calibri"/>
              </a:rPr>
              <a:t>▸  Notable Recent Enhancements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A1F44"/>
                </a:solidFill>
                <a:latin typeface="Calibri"/>
              </a:rPr>
              <a:t>▸  Conclusion &amp; Future Scope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3E8"/>
                </a:solidFill>
                <a:latin typeface="Calibri"/>
              </a:rPr>
              <a:t>GPREC College Portal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6547104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9D3E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  <a:latin typeface="Calibri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What is the GPREC College Portal?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A full role-based ERP-style web application for G Pulla Reddy Engineering College.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Combines the public college website with a complete internal portal.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Covers 10 distinct user roles: Student, Faculty, College/Department Admin, Hostel Warden, Exam Cell Officer, Placement Cell Officer, Parent, Alumni, Non-Teaching Staff, and public Event/Fest Visitors.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Frontend: plain HTML, CSS, and JavaScript - no framework dependency.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Backend: lightweight Python HTTP servers + PostgreSQL for all persistent data.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Runs fully locally for development; deployable to production per PRODUCTION.md.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3E8"/>
                </a:solidFill>
                <a:latin typeface="Calibri"/>
              </a:rPr>
              <a:t>GPREC College Portal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6547104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9D3E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  <a:latin typeface="Calibri"/>
              </a:rPr>
              <a:t>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Project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Digitize day-to-day academic and administrative workflows for every stakeholder.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Give each role a purpose-built dashboard with exactly the data/actions relevant to them.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Centralize student records, attendance, grades, fees, hostel, placements, and examinations.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Give the college admin a single console for users, content, notices, and integrations.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Support the annual College Fest end-to-end - publishing, volunteers, visitor registration, digital passes, gate check-in.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Keep the stack dependency-light and easy to run, audit, and extend.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3E8"/>
                </a:solidFill>
                <a:latin typeface="Calibri"/>
              </a:rPr>
              <a:t>GPREC College Portal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6547104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9D3E8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System Architecture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4414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8324"/>
                <a:gridCol w="7766090"/>
              </a:tblGrid>
              <a:tr h="718457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Layer</a:t>
                      </a:r>
                    </a:p>
                  </a:txBody>
                  <a:tcPr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Responsibility</a:t>
                      </a:r>
                    </a:p>
                  </a:txBody>
                  <a:tcPr>
                    <a:solidFill>
                      <a:srgbClr val="0A1F44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A1F44"/>
                          </a:solidFill>
                        </a:defRPr>
                      </a:pPr>
                      <a:r>
                        <a:t>Frontend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A1F44"/>
                          </a:solidFill>
                        </a:defRPr>
                      </a:pPr>
                      <a:r>
                        <a:t>116 static HTML pages, one shared script.js (~30k lines) and styles.css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A1F44"/>
                          </a:solidFill>
                        </a:defRPr>
                      </a:pPr>
                      <a:r>
                        <a:t>static_server.py</a:t>
                      </a:r>
                    </a:p>
                  </a:txBody>
                  <a:tcPr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A1F44"/>
                          </a:solidFill>
                        </a:defRPr>
                      </a:pPr>
                      <a:r>
                        <a:t>Serves the static site - http://127.0.0.1:8080</a:t>
                      </a:r>
                    </a:p>
                  </a:txBody>
                  <a:tcPr>
                    <a:solidFill>
                      <a:srgbClr val="F7F8FB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A1F44"/>
                          </a:solidFill>
                        </a:defRPr>
                      </a:pPr>
                      <a:r>
                        <a:t>portal_db_server.py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A1F44"/>
                          </a:solidFill>
                        </a:defRPr>
                      </a:pPr>
                      <a:r>
                        <a:t>Postgres-backed API - http://127.0.0.1:8766 (auth, bootstrap, all reads/writes)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A1F44"/>
                          </a:solidFill>
                        </a:defRPr>
                      </a:pPr>
                      <a:r>
                        <a:t>admin_config_server.py</a:t>
                      </a:r>
                    </a:p>
                  </a:txBody>
                  <a:tcPr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A1F44"/>
                          </a:solidFill>
                        </a:defRPr>
                      </a:pPr>
                      <a:r>
                        <a:t>admin-config.json + file uploads - http://127.0.0.1:8765</a:t>
                      </a:r>
                    </a:p>
                  </a:txBody>
                  <a:tcPr>
                    <a:solidFill>
                      <a:srgbClr val="F7F8FB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A1F44"/>
                          </a:solidFill>
                        </a:defRPr>
                      </a:pPr>
                      <a:r>
                        <a:t>pdf_render_server.py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A1F44"/>
                          </a:solidFill>
                        </a:defRPr>
                      </a:pPr>
                      <a:r>
                        <a:t>Optional Playwright HTML-to-PDF rendering - http://127.0.0.1:8767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A1F44"/>
                          </a:solidFill>
                        </a:defRPr>
                      </a:pPr>
                      <a:r>
                        <a:t>PostgreSQL (gprec_erp)</a:t>
                      </a:r>
                    </a:p>
                  </a:txBody>
                  <a:tcPr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A1F44"/>
                          </a:solidFill>
                        </a:defRPr>
                      </a:pPr>
                      <a:r>
                        <a:t>78 tables: students, faculty, admins, attendance, grades, fees, hostel, placements, exams, campus events, ...</a:t>
                      </a:r>
                    </a:p>
                  </a:txBody>
                  <a:tcPr>
                    <a:solidFill>
                      <a:srgbClr val="F7F8FB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3E8"/>
                </a:solidFill>
                <a:latin typeface="Calibri"/>
              </a:rPr>
              <a:t>GPREC College Portal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6547104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9D3E8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Technology Stack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4414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8324"/>
                <a:gridCol w="7766090"/>
              </a:tblGrid>
              <a:tr h="6286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Layer</a:t>
                      </a:r>
                    </a:p>
                  </a:txBody>
                  <a:tcPr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Technology</a:t>
                      </a:r>
                    </a:p>
                  </a:txBody>
                  <a:tcPr>
                    <a:solidFill>
                      <a:srgbClr val="0A1F44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A1F44"/>
                          </a:solidFill>
                        </a:defRPr>
                      </a:pPr>
                      <a:r>
                        <a:t>Frontend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A1F44"/>
                          </a:solidFill>
                        </a:defRPr>
                      </a:pPr>
                      <a:r>
                        <a:t>HTML5, CSS3, vanilla JavaScript (ES6+) - no build step or framework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A1F44"/>
                          </a:solidFill>
                        </a:defRPr>
                      </a:pPr>
                      <a:r>
                        <a:t>Client libraries</a:t>
                      </a:r>
                    </a:p>
                  </a:txBody>
                  <a:tcPr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A1F44"/>
                          </a:solidFill>
                        </a:defRPr>
                      </a:pPr>
                      <a:r>
                        <a:t>qrcode-generator.js, html2canvas.min.js</a:t>
                      </a:r>
                    </a:p>
                  </a:txBody>
                  <a:tcPr>
                    <a:solidFill>
                      <a:srgbClr val="F7F8FB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A1F44"/>
                          </a:solidFill>
                        </a:defRPr>
                      </a:pPr>
                      <a:r>
                        <a:t>Backend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A1F44"/>
                          </a:solidFill>
                        </a:defRPr>
                      </a:pPr>
                      <a:r>
                        <a:t>Python 3 (built-in http.server based tools)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A1F44"/>
                          </a:solidFill>
                        </a:defRPr>
                      </a:pPr>
                      <a:r>
                        <a:t>Database</a:t>
                      </a:r>
                    </a:p>
                  </a:txBody>
                  <a:tcPr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A1F44"/>
                          </a:solidFill>
                        </a:defRPr>
                      </a:pPr>
                      <a:r>
                        <a:t>PostgreSQL (schema: gprec_erp)</a:t>
                      </a:r>
                    </a:p>
                  </a:txBody>
                  <a:tcPr>
                    <a:solidFill>
                      <a:srgbClr val="F7F8FB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A1F44"/>
                          </a:solidFill>
                        </a:defRPr>
                      </a:pPr>
                      <a:r>
                        <a:t>PDF rendering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A1F44"/>
                          </a:solidFill>
                        </a:defRPr>
                      </a:pPr>
                      <a:r>
                        <a:t>Playwright (headless Chromium), optional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A1F44"/>
                          </a:solidFill>
                        </a:defRPr>
                      </a:pPr>
                      <a:r>
                        <a:t>Payments</a:t>
                      </a:r>
                    </a:p>
                  </a:txBody>
                  <a:tcPr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A1F44"/>
                          </a:solidFill>
                        </a:defRPr>
                      </a:pPr>
                      <a:r>
                        <a:t>PayU payment gateway integration</a:t>
                      </a:r>
                    </a:p>
                  </a:txBody>
                  <a:tcPr>
                    <a:solidFill>
                      <a:srgbClr val="F7F8FB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A1F44"/>
                          </a:solidFill>
                        </a:defRPr>
                      </a:pPr>
                      <a:r>
                        <a:t>Auth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A1F44"/>
                          </a:solidFill>
                        </a:defRPr>
                      </a:pPr>
                      <a:r>
                        <a:t>Session tokens, salted/hashed passwords, math CAPTCHA, login throttling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3E8"/>
                </a:solidFill>
                <a:latin typeface="Calibri"/>
              </a:rPr>
              <a:t>GPREC College Portal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6547104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9D3E8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  <a:latin typeface="Calibri"/>
              </a:rPr>
              <a:t>ROLES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Roles &amp; Modules Overview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4414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0212"/>
                <a:gridCol w="3772101"/>
                <a:gridCol w="3772101"/>
              </a:tblGrid>
              <a:tr h="4191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Login Page</a:t>
                      </a:r>
                    </a:p>
                  </a:txBody>
                  <a:tcPr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Dashboard</a:t>
                      </a:r>
                    </a:p>
                  </a:txBody>
                  <a:tcPr>
                    <a:solidFill>
                      <a:srgbClr val="0A1F44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College Admin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admin-login.html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admin-dashboard.html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Department Admin</a:t>
                      </a:r>
                    </a:p>
                  </a:txBody>
                  <a:tcPr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admin-login.html</a:t>
                      </a:r>
                    </a:p>
                  </a:txBody>
                  <a:tcPr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department-dashboard.html</a:t>
                      </a:r>
                    </a:p>
                  </a:txBody>
                  <a:tcPr>
                    <a:solidFill>
                      <a:srgbClr val="F7F8FB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Hostel Warden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admin-login.html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hostel-dashboard.html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Exam Cell Officer</a:t>
                      </a:r>
                    </a:p>
                  </a:txBody>
                  <a:tcPr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admin-login.html</a:t>
                      </a:r>
                    </a:p>
                  </a:txBody>
                  <a:tcPr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exam-cell-dashboard.html</a:t>
                      </a:r>
                    </a:p>
                  </a:txBody>
                  <a:tcPr>
                    <a:solidFill>
                      <a:srgbClr val="F7F8FB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Placement Cell Officer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admin-login.html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placement-dashboard.html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Student</a:t>
                      </a:r>
                    </a:p>
                  </a:txBody>
                  <a:tcPr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student-login.html</a:t>
                      </a:r>
                    </a:p>
                  </a:txBody>
                  <a:tcPr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student-dashboard.html</a:t>
                      </a:r>
                    </a:p>
                  </a:txBody>
                  <a:tcPr>
                    <a:solidFill>
                      <a:srgbClr val="F7F8FB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Faculty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faculty-login.html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faculty-dashboard.html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Parent</a:t>
                      </a:r>
                    </a:p>
                  </a:txBody>
                  <a:tcPr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parent-login.html</a:t>
                      </a:r>
                    </a:p>
                  </a:txBody>
                  <a:tcPr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parent-dashboard.html</a:t>
                      </a:r>
                    </a:p>
                  </a:txBody>
                  <a:tcPr>
                    <a:solidFill>
                      <a:srgbClr val="F7F8FB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Alumni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alumni-login.html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alumni-dashboard.html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Non-Teaching Staff</a:t>
                      </a:r>
                    </a:p>
                  </a:txBody>
                  <a:tcPr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non-teaching-login.html</a:t>
                      </a:r>
                    </a:p>
                  </a:txBody>
                  <a:tcPr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non-teaching-dashboard.html</a:t>
                      </a:r>
                    </a:p>
                  </a:txBody>
                  <a:tcPr>
                    <a:solidFill>
                      <a:srgbClr val="F7F8FB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Event Visitor (public)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self-service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event-visitor-dashboard.html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3E8"/>
                </a:solidFill>
                <a:latin typeface="Calibri"/>
              </a:rPr>
              <a:t>GPREC College Portal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6547104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9D3E8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80160" cy="73152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5D04"/>
                </a:solidFill>
                <a:latin typeface="Calibri"/>
              </a:rPr>
              <a:t>MODULE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Public 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49039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9D3E8"/>
                </a:solidFill>
                <a:latin typeface="Calibri"/>
              </a:rPr>
              <a:t>Homepage, About, Admissions, Campus Life, Fees, Contact &amp; more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  <a:latin typeface="Calibri"/>
              </a:rPr>
              <a:t>PUBLIC 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Homepage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4273324" y="1287880"/>
            <a:ext cx="3645047" cy="47851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_home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1324" y="1325880"/>
            <a:ext cx="3569047" cy="4709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  <a:latin typeface="Calibri"/>
              </a:rPr>
              <a:t>www.gprec.ac.in - public homepage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3E8"/>
                </a:solidFill>
                <a:latin typeface="Calibri"/>
              </a:rPr>
              <a:t>GPREC College Portal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91295" y="6547104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9D3E8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  <a:latin typeface="Calibri"/>
              </a:rPr>
              <a:t>PUBLIC 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About Us &amp; Admissions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1269748" y="1287880"/>
            <a:ext cx="3922110" cy="47394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2_about_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7748" y="1325880"/>
            <a:ext cx="3846110" cy="4663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080760"/>
            <a:ext cx="53643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  <a:latin typeface="Calibri"/>
              </a:rPr>
              <a:t>About Us</a:t>
            </a:r>
          </a:p>
        </p:txBody>
      </p:sp>
      <p:sp>
        <p:nvSpPr>
          <p:cNvPr id="9" name="Rectangle 8"/>
          <p:cNvSpPr/>
          <p:nvPr/>
        </p:nvSpPr>
        <p:spPr>
          <a:xfrm>
            <a:off x="7155692" y="1287880"/>
            <a:ext cx="3610396" cy="47394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3_admiss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3692" y="1325880"/>
            <a:ext cx="3534396" cy="4663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78727" y="6080760"/>
            <a:ext cx="53643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  <a:latin typeface="Calibri"/>
              </a:rPr>
              <a:t>Admissions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3E8"/>
                </a:solidFill>
                <a:latin typeface="Calibri"/>
              </a:rPr>
              <a:t>GPREC College Portal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1295" y="6547104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9D3E8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  <a:latin typeface="Calibri"/>
              </a:rPr>
              <a:t>PUBLIC 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Campus Life &amp; Fee Structure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1350962" y="1287880"/>
            <a:ext cx="3759682" cy="47394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4_campus_li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962" y="1325880"/>
            <a:ext cx="3683682" cy="4663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080760"/>
            <a:ext cx="53643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  <a:latin typeface="Calibri"/>
              </a:rPr>
              <a:t>Campus Life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64855" y="1287880"/>
            <a:ext cx="4992071" cy="47394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5_fee_stru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2855" y="1325880"/>
            <a:ext cx="4916071" cy="4663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78727" y="6080760"/>
            <a:ext cx="53643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  <a:latin typeface="Calibri"/>
              </a:rPr>
              <a:t>Fee Structure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3E8"/>
                </a:solidFill>
                <a:latin typeface="Calibri"/>
              </a:rPr>
              <a:t>GPREC College Portal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1295" y="6547104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9D3E8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  <a:latin typeface="Calibri"/>
              </a:rPr>
              <a:t>PUBLIC 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Contact Us</a:t>
            </a:r>
          </a:p>
        </p:txBody>
      </p:sp>
      <p:sp>
        <p:nvSpPr>
          <p:cNvPr id="6" name="Rectangle 5"/>
          <p:cNvSpPr/>
          <p:nvPr/>
        </p:nvSpPr>
        <p:spPr>
          <a:xfrm>
            <a:off x="4273324" y="1287880"/>
            <a:ext cx="3645047" cy="47851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_contact_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1324" y="1325880"/>
            <a:ext cx="3569047" cy="4709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  <a:latin typeface="Calibri"/>
              </a:rPr>
              <a:t>Contact Us page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3E8"/>
                </a:solidFill>
                <a:latin typeface="Calibri"/>
              </a:rPr>
              <a:t>GPREC College Portal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91295" y="6547104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9D3E8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80160" cy="73152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5D04"/>
                </a:solidFill>
                <a:latin typeface="Calibri"/>
              </a:rPr>
              <a:t>MODULE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Role-Based Login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49039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9D3E8"/>
                </a:solidFill>
                <a:latin typeface="Calibri"/>
              </a:rPr>
              <a:t>Roll+DOB / email+password / OTP, all CAPTCHA-protected and rate-limited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  <a:latin typeface="Calibri"/>
              </a:rPr>
              <a:t>LOGIN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How Authentication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Every role signs in through its own dedicated login page.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Students authenticate with roll number + date of birth, verified server-side.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Staff/Admin roles authenticate with college email + password (salted &amp; hashed).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Parents use a mobile-number OTP flow - no password.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Every form includes a self-hosted math CAPTCHA.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Repeated failed attempts are rate-limited (throttled) server-side per identity.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Session tokens + active role are kept in browser local storage, matched to the exact role at every API call.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3E8"/>
                </a:solidFill>
                <a:latin typeface="Calibri"/>
              </a:rPr>
              <a:t>GPREC College Portal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6547104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9D3E8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  <a:latin typeface="Calibri"/>
              </a:rPr>
              <a:t>LOGIN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Student &amp; Faculty Login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10640" y="1943248"/>
            <a:ext cx="5440327" cy="3428704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7_login_stud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81248"/>
            <a:ext cx="5364327" cy="33527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080760"/>
            <a:ext cx="53643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  <a:latin typeface="Calibri"/>
              </a:rPr>
              <a:t>Student Login (Roll No. + DOB)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0727" y="1943248"/>
            <a:ext cx="5440327" cy="3428704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8_login_facul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727" y="1981248"/>
            <a:ext cx="5364327" cy="33527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78727" y="6080760"/>
            <a:ext cx="53643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  <a:latin typeface="Calibri"/>
              </a:rPr>
              <a:t>Faculty Login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3E8"/>
                </a:solidFill>
                <a:latin typeface="Calibri"/>
              </a:rPr>
              <a:t>GPREC College Portal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1295" y="6547104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9D3E8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  <a:latin typeface="Calibri"/>
              </a:rPr>
              <a:t>LOGIN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Admin &amp; Parent Login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10640" y="1943248"/>
            <a:ext cx="5440327" cy="3428704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9_login_adm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81248"/>
            <a:ext cx="5364327" cy="33527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080760"/>
            <a:ext cx="53643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  <a:latin typeface="Calibri"/>
              </a:rPr>
              <a:t>Admin Login (role-aware)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0727" y="1943248"/>
            <a:ext cx="5440327" cy="3428704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10_login_pa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727" y="1981248"/>
            <a:ext cx="5364327" cy="33527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78727" y="6080760"/>
            <a:ext cx="53643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  <a:latin typeface="Calibri"/>
              </a:rPr>
              <a:t>Parent Login (OTP)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3E8"/>
                </a:solidFill>
                <a:latin typeface="Calibri"/>
              </a:rPr>
              <a:t>GPREC College Portal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1295" y="6547104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9D3E8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  <a:latin typeface="Calibri"/>
              </a:rPr>
              <a:t>LOGIN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Alumni &amp; Non-Teaching Staff Login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10640" y="1943248"/>
            <a:ext cx="5440327" cy="3428704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1_login_alum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81248"/>
            <a:ext cx="5364327" cy="33527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080760"/>
            <a:ext cx="53643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  <a:latin typeface="Calibri"/>
              </a:rPr>
              <a:t>Alumni Login / Sign-up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0727" y="1943248"/>
            <a:ext cx="5440327" cy="3428704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12_login_nonteach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727" y="1981248"/>
            <a:ext cx="5364327" cy="33527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78727" y="6080760"/>
            <a:ext cx="53643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  <a:latin typeface="Calibri"/>
              </a:rPr>
              <a:t>Non-Teaching Staff Login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3E8"/>
                </a:solidFill>
                <a:latin typeface="Calibri"/>
              </a:rPr>
              <a:t>GPREC College Portal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1295" y="6547104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9D3E8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80160" cy="73152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5D04"/>
                </a:solidFill>
                <a:latin typeface="Calibri"/>
              </a:rPr>
              <a:t>MODULE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Student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49039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9D3E8"/>
                </a:solidFill>
                <a:latin typeface="Calibri"/>
              </a:rPr>
              <a:t>Academics, attendance, fees, hostel, events, and more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  <a:latin typeface="Calibri"/>
              </a:rPr>
              <a:t>STUDENT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Student Dashboard - Home</a:t>
            </a:r>
          </a:p>
        </p:txBody>
      </p:sp>
      <p:sp>
        <p:nvSpPr>
          <p:cNvPr id="6" name="Rectangle 5"/>
          <p:cNvSpPr/>
          <p:nvPr/>
        </p:nvSpPr>
        <p:spPr>
          <a:xfrm>
            <a:off x="3394379" y="1287880"/>
            <a:ext cx="5402936" cy="47851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3_student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2379" y="1325880"/>
            <a:ext cx="5326936" cy="4709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  <a:latin typeface="Calibri"/>
              </a:rPr>
              <a:t>Collapsible sidebar covering every student-facing module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3E8"/>
                </a:solidFill>
                <a:latin typeface="Calibri"/>
              </a:rPr>
              <a:t>GPREC College Portal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91295" y="6547104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9D3E8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  <a:latin typeface="Calibri"/>
              </a:rPr>
              <a:t>STUDENT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Campus Events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290519" y="1287880"/>
            <a:ext cx="7610656" cy="47851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4_student_campus_ev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325880"/>
            <a:ext cx="7534656" cy="4709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  <a:latin typeface="Calibri"/>
              </a:rPr>
              <a:t>Browse open events and register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3E8"/>
                </a:solidFill>
                <a:latin typeface="Calibri"/>
              </a:rPr>
              <a:t>GPREC College Portal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91295" y="6547104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9D3E8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  <a:latin typeface="Calibri"/>
              </a:rPr>
              <a:t>STUDENT PORTAL · NEW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Manual Check-In (New Feature)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A student signed in as an event volunteer can check an attendee into a fest event.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Works by GPREC roll number (students) or outside-visitor email (public guests).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No QR camera scan required - a desktop-friendly fallback right in the dashboard nav.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Reuses the existing /campus-event/manual-checkin backend endpoint - no backend changes.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3E8"/>
                </a:solidFill>
                <a:latin typeface="Calibri"/>
              </a:rPr>
              <a:t>GPREC College Portal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6547104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9D3E8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  <a:latin typeface="Calibri"/>
              </a:rPr>
              <a:t>STUDENT PORTAL · NEW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Manual Check-In Panel</a:t>
            </a:r>
          </a:p>
        </p:txBody>
      </p:sp>
      <p:sp>
        <p:nvSpPr>
          <p:cNvPr id="6" name="Rectangle 5"/>
          <p:cNvSpPr/>
          <p:nvPr/>
        </p:nvSpPr>
        <p:spPr>
          <a:xfrm>
            <a:off x="2290519" y="1287880"/>
            <a:ext cx="7610656" cy="47851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5_student_manual_check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325880"/>
            <a:ext cx="7534656" cy="4709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  <a:latin typeface="Calibri"/>
              </a:rPr>
              <a:t>Select event, enter roll number or visitor email, check in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3E8"/>
                </a:solidFill>
                <a:latin typeface="Calibri"/>
              </a:rPr>
              <a:t>GPREC College Portal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91295" y="6547104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9D3E8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  <a:latin typeface="Calibri"/>
              </a:rPr>
              <a:t>STUDENT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Attendance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2290519" y="1287880"/>
            <a:ext cx="7610656" cy="47851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6_student_attend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325880"/>
            <a:ext cx="7534656" cy="4709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  <a:latin typeface="Calibri"/>
              </a:rPr>
              <a:t>Subject-wise attendance tracking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3E8"/>
                </a:solidFill>
                <a:latin typeface="Calibri"/>
              </a:rPr>
              <a:t>GPREC College Portal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91295" y="6547104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9D3E8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80160" cy="73152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5D04"/>
                </a:solidFill>
                <a:latin typeface="Calibri"/>
              </a:rPr>
              <a:t>MODULE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Faculty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49039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9D3E8"/>
                </a:solidFill>
                <a:latin typeface="Calibri"/>
              </a:rPr>
              <a:t>Classes, assignments, attendance, leave, research &amp; events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  <a:latin typeface="Calibri"/>
              </a:rPr>
              <a:t>FACULTY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Faculty Dashboard - Home</a:t>
            </a:r>
          </a:p>
        </p:txBody>
      </p:sp>
      <p:sp>
        <p:nvSpPr>
          <p:cNvPr id="6" name="Rectangle 5"/>
          <p:cNvSpPr/>
          <p:nvPr/>
        </p:nvSpPr>
        <p:spPr>
          <a:xfrm>
            <a:off x="2697495" y="1287880"/>
            <a:ext cx="6796704" cy="47851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23_faculty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5495" y="1325880"/>
            <a:ext cx="6720704" cy="4709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  <a:latin typeface="Calibri"/>
              </a:rPr>
              <a:t>Classes, assignments, attendance, payroll, and more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3E8"/>
                </a:solidFill>
                <a:latin typeface="Calibri"/>
              </a:rPr>
              <a:t>GPREC College Portal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91295" y="6547104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9D3E8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  <a:latin typeface="Calibri"/>
              </a:rPr>
              <a:t>FACULTY PORTAL · NEW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Register for Event (New Feature)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Faculty can now browse open campus/fest events and register themselves as an attendee.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Separate from creating or managing an event - this is the attendee-side flow.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Same registration + downloadable digital pass flow students already had.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Identity resolved by login email (faculty have no roll number) via a shared getCampusEventRegistrant() helper.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3E8"/>
                </a:solidFill>
                <a:latin typeface="Calibri"/>
              </a:rPr>
              <a:t>GPREC College Portal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6547104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9D3E8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  <a:latin typeface="Calibri"/>
              </a:rPr>
              <a:t>FACULTY PORTAL · NEW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Register for Event Panel</a:t>
            </a:r>
          </a:p>
        </p:txBody>
      </p:sp>
      <p:sp>
        <p:nvSpPr>
          <p:cNvPr id="6" name="Rectangle 5"/>
          <p:cNvSpPr/>
          <p:nvPr/>
        </p:nvSpPr>
        <p:spPr>
          <a:xfrm>
            <a:off x="2290519" y="1287880"/>
            <a:ext cx="7610656" cy="47851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24_faculty_register_for_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325880"/>
            <a:ext cx="7534656" cy="4709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  <a:latin typeface="Calibri"/>
              </a:rPr>
              <a:t>Browse events and register - faculty dashboard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3E8"/>
                </a:solidFill>
                <a:latin typeface="Calibri"/>
              </a:rPr>
              <a:t>GPREC College Portal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91295" y="6547104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9D3E8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80160" cy="73152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5D04"/>
                </a:solidFill>
                <a:latin typeface="Calibri"/>
              </a:rPr>
              <a:t>MODULE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Admin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49039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9D3E8"/>
                </a:solidFill>
                <a:latin typeface="Calibri"/>
              </a:rPr>
              <a:t>The operational nerve centre of the portal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  <a:latin typeface="Calibri"/>
              </a:rPr>
              <a:t>ADMIN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Admin Console - Overview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4273324" y="1287880"/>
            <a:ext cx="3645047" cy="47851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7_admi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1324" y="1325880"/>
            <a:ext cx="3569047" cy="4709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  <a:latin typeface="Calibri"/>
              </a:rPr>
              <a:t>Portal-wide counts, system health, and every dashboard at a glance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3E8"/>
                </a:solidFill>
                <a:latin typeface="Calibri"/>
              </a:rPr>
              <a:t>GPREC College Portal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91295" y="6547104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9D3E8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  <a:latin typeface="Calibri"/>
              </a:rPr>
              <a:t>ADMIN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Admin Console Modules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4414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8324"/>
                <a:gridCol w="7766090"/>
              </a:tblGrid>
              <a:tr h="457200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t>Module</a:t>
                      </a:r>
                    </a:p>
                  </a:txBody>
                  <a:tcPr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t>What it's for</a:t>
                      </a:r>
                    </a:p>
                  </a:txBody>
                  <a:tcPr>
                    <a:solidFill>
                      <a:srgbClr val="0A1F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0A1F44"/>
                          </a:solidFill>
                        </a:defRPr>
                      </a:pPr>
                      <a:r>
                        <a:t>Overview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0A1F44"/>
                          </a:solidFill>
                        </a:defRPr>
                      </a:pPr>
                      <a:r>
                        <a:t>Portal-wide counts, system health, dashboard directory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0A1F44"/>
                          </a:solidFill>
                        </a:defRPr>
                      </a:pPr>
                      <a:r>
                        <a:t>Calendar</a:t>
                      </a:r>
                    </a:p>
                  </a:txBody>
                  <a:tcPr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0A1F44"/>
                          </a:solidFill>
                        </a:defRPr>
                      </a:pPr>
                      <a:r>
                        <a:t>Academic dates and reminders</a:t>
                      </a:r>
                    </a:p>
                  </a:txBody>
                  <a:tcPr>
                    <a:solidFill>
                      <a:srgbClr val="F7F8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0A1F44"/>
                          </a:solidFill>
                        </a:defRPr>
                      </a:pPr>
                      <a:r>
                        <a:t>Campus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0A1F44"/>
                          </a:solidFill>
                        </a:defRPr>
                      </a:pPr>
                      <a:r>
                        <a:t>Fest and activity listings for the public site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0A1F44"/>
                          </a:solidFill>
                        </a:defRPr>
                      </a:pPr>
                      <a:r>
                        <a:t>Data Integrations</a:t>
                      </a:r>
                    </a:p>
                  </a:txBody>
                  <a:tcPr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0A1F44"/>
                          </a:solidFill>
                        </a:defRPr>
                      </a:pPr>
                      <a:r>
                        <a:t>Google, PayU, AI, library, DB, SMS/KYC settings</a:t>
                      </a:r>
                    </a:p>
                  </a:txBody>
                  <a:tcPr>
                    <a:solidFill>
                      <a:srgbClr val="F7F8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0A1F44"/>
                          </a:solidFill>
                        </a:defRPr>
                      </a:pPr>
                      <a:r>
                        <a:t>Fee Management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0A1F44"/>
                          </a:solidFill>
                        </a:defRPr>
                      </a:pPr>
                      <a:r>
                        <a:t>Student fee structures, dues, payment tracking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0A1F44"/>
                          </a:solidFill>
                        </a:defRPr>
                      </a:pPr>
                      <a:r>
                        <a:t>Register for Event (new)</a:t>
                      </a:r>
                    </a:p>
                  </a:txBody>
                  <a:tcPr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0A1F44"/>
                          </a:solidFill>
                        </a:defRPr>
                      </a:pPr>
                      <a:r>
                        <a:t>Admin registers as an attendee for a campus/fest event</a:t>
                      </a:r>
                    </a:p>
                  </a:txBody>
                  <a:tcPr>
                    <a:solidFill>
                      <a:srgbClr val="F7F8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0A1F44"/>
                          </a:solidFill>
                        </a:defRPr>
                      </a:pPr>
                      <a:r>
                        <a:t>Reports &amp; Audit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0A1F44"/>
                          </a:solidFill>
                        </a:defRPr>
                      </a:pPr>
                      <a:r>
                        <a:t>Report exports, admin audit trail, data retention policy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0A1F44"/>
                          </a:solidFill>
                        </a:defRPr>
                      </a:pPr>
                      <a:r>
                        <a:t>Site Maintenance</a:t>
                      </a:r>
                    </a:p>
                  </a:txBody>
                  <a:tcPr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0A1F44"/>
                          </a:solidFill>
                        </a:defRPr>
                      </a:pPr>
                      <a:r>
                        <a:t>Take the site/dashboards offline with a warning banner</a:t>
                      </a:r>
                    </a:p>
                  </a:txBody>
                  <a:tcPr>
                    <a:solidFill>
                      <a:srgbClr val="F7F8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0A1F44"/>
                          </a:solidFill>
                        </a:defRPr>
                      </a:pPr>
                      <a:r>
                        <a:t>Users &amp; Access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0A1F44"/>
                          </a:solidFill>
                        </a:defRPr>
                      </a:pPr>
                      <a:r>
                        <a:t>Admin directory - who has access, at what role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0A1F44"/>
                          </a:solidFill>
                        </a:defRPr>
                      </a:pPr>
                      <a:r>
                        <a:t>Web Page Content</a:t>
                      </a:r>
                    </a:p>
                  </a:txBody>
                  <a:tcPr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0A1F44"/>
                          </a:solidFill>
                        </a:defRPr>
                      </a:pPr>
                      <a:r>
                        <a:t>Editable content blocks on the public website</a:t>
                      </a:r>
                    </a:p>
                  </a:txBody>
                  <a:tcPr>
                    <a:solidFill>
                      <a:srgbClr val="F7F8FB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3E8"/>
                </a:solidFill>
                <a:latin typeface="Calibri"/>
              </a:rPr>
              <a:t>GPREC College Portal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6547104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9D3E8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  <a:latin typeface="Calibri"/>
              </a:rPr>
              <a:t>ADMIN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Campus Events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290519" y="1287880"/>
            <a:ext cx="7610656" cy="47851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7b_admin_campus_ev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325880"/>
            <a:ext cx="7534656" cy="4709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  <a:latin typeface="Calibri"/>
              </a:rPr>
              <a:t>Publish events and export attendee check-ins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3E8"/>
                </a:solidFill>
                <a:latin typeface="Calibri"/>
              </a:rPr>
              <a:t>GPREC College Portal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91295" y="6547104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9D3E8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  <a:latin typeface="Calibri"/>
              </a:rPr>
              <a:t>ADMIN CONSOLE · NEW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Register for Event Panel</a:t>
            </a:r>
          </a:p>
        </p:txBody>
      </p:sp>
      <p:sp>
        <p:nvSpPr>
          <p:cNvPr id="6" name="Rectangle 5"/>
          <p:cNvSpPr/>
          <p:nvPr/>
        </p:nvSpPr>
        <p:spPr>
          <a:xfrm>
            <a:off x="2290519" y="1287880"/>
            <a:ext cx="7610656" cy="47851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7c_admin_register_for_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325880"/>
            <a:ext cx="7534656" cy="4709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  <a:latin typeface="Calibri"/>
              </a:rPr>
              <a:t>Browse events and register - admin dashboard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3E8"/>
                </a:solidFill>
                <a:latin typeface="Calibri"/>
              </a:rPr>
              <a:t>GPREC College Portal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91295" y="6547104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9D3E8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  <a:latin typeface="Calibri"/>
              </a:rPr>
              <a:t>ADMIN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Users &amp; Access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2290519" y="1287880"/>
            <a:ext cx="7610656" cy="47851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7d_admin_users_a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325880"/>
            <a:ext cx="7534656" cy="4709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  <a:latin typeface="Calibri"/>
              </a:rPr>
              <a:t>Admin directory - roles, departments, access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3E8"/>
                </a:solidFill>
                <a:latin typeface="Calibri"/>
              </a:rPr>
              <a:t>GPREC College Portal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91295" y="6547104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9D3E8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80160" cy="73152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5D04"/>
                </a:solidFill>
                <a:latin typeface="Calibri"/>
              </a:rPr>
              <a:t>MODULE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Department / Hostel / Exam Cell / Placement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49039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9D3E8"/>
                </a:solidFill>
                <a:latin typeface="Calibri"/>
              </a:rPr>
              <a:t>Scoped admin-family dashboards sharing one login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  <a:latin typeface="Calibri"/>
              </a:rPr>
              <a:t>DEPARTMENT 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Department Dashboard (CSE)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3305741" y="1287880"/>
            <a:ext cx="5580212" cy="47851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8_department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3741" y="1325880"/>
            <a:ext cx="5504212" cy="4709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  <a:latin typeface="Calibri"/>
              </a:rPr>
              <a:t>Department-scoped student, faculty, and academic data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3E8"/>
                </a:solidFill>
                <a:latin typeface="Calibri"/>
              </a:rPr>
              <a:t>GPREC College Portal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91295" y="6547104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9D3E8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  <a:latin typeface="Calibri"/>
              </a:rPr>
              <a:t>HOSTEL WARDEN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Hostel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2615619" y="1287880"/>
            <a:ext cx="6960457" cy="47851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9_hoste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3619" y="1325880"/>
            <a:ext cx="6884457" cy="4709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  <a:latin typeface="Calibri"/>
              </a:rPr>
              <a:t>Allocations, outings, and leave approvals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3E8"/>
                </a:solidFill>
                <a:latin typeface="Calibri"/>
              </a:rPr>
              <a:t>GPREC College Portal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91295" y="6547104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9D3E8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  <a:latin typeface="Calibri"/>
              </a:rPr>
              <a:t>EXAM CELL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Exam Cell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0633" y="1287880"/>
            <a:ext cx="7110429" cy="47851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20_examce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8633" y="1325880"/>
            <a:ext cx="7034429" cy="4709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  <a:latin typeface="Calibri"/>
              </a:rPr>
              <a:t>Exam schedules and applications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3E8"/>
                </a:solidFill>
                <a:latin typeface="Calibri"/>
              </a:rPr>
              <a:t>GPREC College Portal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91295" y="6547104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9D3E8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  <a:latin typeface="Calibri"/>
              </a:rPr>
              <a:t>PLACEMENT CELL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Placement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0633" y="1287880"/>
            <a:ext cx="7110429" cy="47851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21_placement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8633" y="1325880"/>
            <a:ext cx="7034429" cy="4709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  <a:latin typeface="Calibri"/>
              </a:rPr>
              <a:t>Placement drives and applicants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3E8"/>
                </a:solidFill>
                <a:latin typeface="Calibri"/>
              </a:rPr>
              <a:t>GPREC College Portal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91295" y="6547104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9D3E8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80160" cy="73152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5D04"/>
                </a:solidFill>
                <a:latin typeface="Calibri"/>
              </a:rPr>
              <a:t>MODULE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College Fest &amp; Event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49039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9D3E8"/>
                </a:solidFill>
                <a:latin typeface="Calibri"/>
              </a:rPr>
              <a:t>Publishing, volunteers, visitor registration, digital passes, gate check-in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  <a:latin typeface="Calibri"/>
              </a:rPr>
              <a:t>FEST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How the Fest System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Admins publish fest activities and approve faculty coordinators.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Faculty manage their own activities and assign student volunteers.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Volunteers check attendees in at the gate - QR scan or manual fallback.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The public event-visitor page lets outside guests sign up, register for open events, and download a digital pass.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Compass/travel-themed design: ticker, zone map, announcements, schedule, sponsors, gallery, and section copy - all now admin-editable (new).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3E8"/>
                </a:solidFill>
                <a:latin typeface="Calibri"/>
              </a:rPr>
              <a:t>GPREC College Portal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6547104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9D3E8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  <a:latin typeface="Calibri"/>
              </a:rPr>
              <a:t>FEST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Event Management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0633" y="1287880"/>
            <a:ext cx="7110429" cy="47851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22_event_management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8633" y="1325880"/>
            <a:ext cx="7034429" cy="4709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  <a:latin typeface="Calibri"/>
              </a:rPr>
              <a:t>Fest Settings, activities, coordinators, and Visitor Page Content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3E8"/>
                </a:solidFill>
                <a:latin typeface="Calibri"/>
              </a:rPr>
              <a:t>GPREC College Portal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91295" y="6547104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9D3E8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  <a:latin typeface="Calibri"/>
              </a:rPr>
              <a:t>FEST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Public Event Visitor Page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2380412" y="1287880"/>
            <a:ext cx="7430870" cy="47851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25_event_visitor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8412" y="1325880"/>
            <a:ext cx="7354870" cy="4709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  <a:latin typeface="Calibri"/>
              </a:rPr>
              <a:t>Sign in / create an account to register for fest events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3E8"/>
                </a:solidFill>
                <a:latin typeface="Calibri"/>
              </a:rPr>
              <a:t>GPREC College Portal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91295" y="6547104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9D3E8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  <a:latin typeface="Calibri"/>
              </a:rPr>
              <a:t>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Database Design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4414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8324"/>
                <a:gridCol w="7766090"/>
              </a:tblGrid>
              <a:tr h="62865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Group</a:t>
                      </a:r>
                    </a:p>
                  </a:txBody>
                  <a:tcPr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Representative Tables</a:t>
                      </a:r>
                    </a:p>
                  </a:txBody>
                  <a:tcPr>
                    <a:solidFill>
                      <a:srgbClr val="0A1F44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Identity &amp; Auth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admins, faculty, students, guardians, alumni_accounts, non_teaching_staff, event_visitor_accounts, user_credentials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Academics</a:t>
                      </a:r>
                    </a:p>
                  </a:txBody>
                  <a:tcPr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attendance_records, student_grades, internal_marks, curriculum, class_timetable, assignments</a:t>
                      </a:r>
                    </a:p>
                  </a:txBody>
                  <a:tcPr>
                    <a:solidFill>
                      <a:srgbClr val="F7F8FB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Fees &amp; Payroll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fee_dues, fee_amount_overrides, bank_details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Hostel</a:t>
                      </a:r>
                    </a:p>
                  </a:txBody>
                  <a:tcPr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hostel_allocations, hostel_outing_requests, hostel_leave_requests</a:t>
                      </a:r>
                    </a:p>
                  </a:txBody>
                  <a:tcPr>
                    <a:solidFill>
                      <a:srgbClr val="F7F8FB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Campus Events / Fest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campus_event_registrations, event_visitor_accounts, activity_log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Content &amp; Comms</a:t>
                      </a:r>
                    </a:p>
                  </a:txBody>
                  <a:tcPr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notices, notifications, contact_messages, calendar_reminders, site_content</a:t>
                      </a:r>
                    </a:p>
                  </a:txBody>
                  <a:tcPr>
                    <a:solidFill>
                      <a:srgbClr val="F7F8FB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Library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F44"/>
                          </a:solidFill>
                        </a:defRPr>
                      </a:pPr>
                      <a:r>
                        <a:t>library_books, library_issues, book_favorites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3E8"/>
                </a:solidFill>
                <a:latin typeface="Calibri"/>
              </a:rPr>
              <a:t>GPREC College Portal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6547104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9D3E8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  <a:latin typeface="Calibri"/>
              </a:rPr>
              <a:t>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78 Tables · One Schema · gprec_erp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All portal data lives in PostgreSQL under the gprec_erp schema.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A generic site_content key/value table backs every admin-editable content block across the portal (fest settings, poster/ad designs, ticker messages, and more).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Read via a single getSiteContent(key, fallback) helper on the frontend.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Written through one admin-only /api/site-content endpoint on the backend.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3E8"/>
                </a:solidFill>
                <a:latin typeface="Calibri"/>
              </a:rPr>
              <a:t>GPREC College Portal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6547104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9D3E8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  <a:latin typeface="Calibri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Security &amp; Access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Every dashboard requires a real, server-issued session token matched to its exact role.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Passwords stored salted and hashed (user_credentials table) - never in plain text.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One-time First-Time Setup flow bootstraps the very first admin password, then locks itself.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Self-hosted math CAPTCHAs on every login/signup form.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Server-side login throttling blocks repeated failed attempts per identity.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Role-scoped API authorization on the backend, independent of what the frontend shows or hides.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Uploaded files written to a dedicated uploads/ directory, separate from application code.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3E8"/>
                </a:solidFill>
                <a:latin typeface="Calibri"/>
              </a:rPr>
              <a:t>GPREC College Portal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6547104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9D3E8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80160" cy="73152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5D04"/>
                </a:solidFill>
                <a:latin typeface="Calibri"/>
              </a:rPr>
              <a:t>THIS SESSION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Notable Recent Enhancements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49039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9D3E8"/>
                </a:solidFill>
                <a:latin typeface="Calibri"/>
              </a:rPr>
              <a:t>Three features shipped in this development session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  <a:latin typeface="Calibri"/>
              </a:rPr>
              <a:t>ENHANCEMENT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Dynamic Fest Content (Event Visitor Page)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Ticker, zone map, announcements, schedule, sponsors, gallery labels, and 6 section blurbs were previously hardcoded on event-visitor-dashboard.html.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Now admin-editable from a new "Visitor Page Content" card in the Event Management Dashboard.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Backed by the existing generic site_content API - no new backend endpoints needed.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Every field falls back to its original placeholder copy until an admin saves real content.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3E8"/>
                </a:solidFill>
                <a:latin typeface="Calibri"/>
              </a:rPr>
              <a:t>GPREC College Portal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6547104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9D3E8"/>
                </a:solidFill>
                <a:latin typeface="Calibri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  <a:latin typeface="Calibri"/>
              </a:rPr>
              <a:t>ENHANCEMENT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Register for Event - Faculty &amp; Admin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Previously only students (and public visitors) could self-register as an event attendee.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Generalised behind one getCampusEventRegistrant() identity resolver.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Keys the registration by roll number (students) or login email (faculty/admin).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Surfaced as a new "Register for Event" section on both the Faculty and Admin dashboards.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Reuses the exact same registration + digital pass flow the student dashboard already had.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3E8"/>
                </a:solidFill>
                <a:latin typeface="Calibri"/>
              </a:rPr>
              <a:t>GPREC College Portal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6547104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9D3E8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  <a:latin typeface="Calibri"/>
              </a:rPr>
              <a:t>ENHANCEMENT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Manual Check-In - Student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Volunteers previously needed a separate, mobile-oriented QR scanner page to check attendees in manually.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New Manual Check-In section added directly to the Student Dashboard's own navigation.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Desktop-friendly - no camera required.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Reuses the existing /campus-event/manual-checkin endpoint unchanged.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3E8"/>
                </a:solidFill>
                <a:latin typeface="Calibri"/>
              </a:rPr>
              <a:t>GPREC College Portal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6547104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9D3E8"/>
                </a:solidFill>
                <a:latin typeface="Calibri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A complete, role-aware digital front door for the college.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Spans a public marketing site through to a full academic and administrative ERP.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Plus a purpose-built system for running the annual fest end-to-end.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A dependency-light stack keeps it easy to run, audit, and extend without a framework build pipeline.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3E8"/>
                </a:solidFill>
                <a:latin typeface="Calibri"/>
              </a:rPr>
              <a:t>GPREC College Portal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6547104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9D3E8"/>
                </a:solidFill>
                <a:latin typeface="Calibri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  <a:latin typeface="Calibri"/>
              </a:rPr>
              <a:t>FUTURE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Future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Native mobile apps (or a PWA) for student and volunteer QR check-in flows.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Deeper analytics/reporting for placements, attendance trends, and fee collection.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Real Google/PayU/SMS integrations wired end-to-end in production.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A1F44"/>
                </a:solidFill>
                <a:latin typeface="Calibri"/>
              </a:rPr>
              <a:t>▸  Automated test coverage for authentication and registration flows.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3E8"/>
                </a:solidFill>
                <a:latin typeface="Calibri"/>
              </a:rPr>
              <a:t>GPREC College Portal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6547104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9D3E8"/>
                </a:solidFill>
                <a:latin typeface="Calibri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66160"/>
            <a:ext cx="1280160" cy="73152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490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9D3E8"/>
                </a:solidFill>
                <a:latin typeface="Calibri"/>
              </a:rPr>
              <a:t>GPREC College Portal · gprec.ac.in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