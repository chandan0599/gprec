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80160" cy="762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GPRECian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8"/>
                </a:solidFill>
                <a:latin typeface="Calibri"/>
              </a:rPr>
              <a:t>Retrieval-augmented, role-aware, and fully local — the AI assistant built into the GPREC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GPRECian Bot?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An AI chat assistant built directly into the portal — available to students, faculty, parents, admins, and public visitors.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Answers questions about GPREC (admissions, fees, departments, placements, notices) and the logged-in user's own dashboard data.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Also helps with general study/academic questions — concept explanations, coding help, exam prep.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Talks like a helpful person, not a formal FAQ bot — natural phrasing, concise answers, no filler.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Strictly scoped: politely declines anything with no academic or institutional purpose (chit-chat, entertainment).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HOW IT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 Knowledge Sources, Never Guessing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Real semantic search — every question is embedded (Ollama's nomic-embed-text, 768 dimensions) and matched against admin-published GPREC content via PostgreSQL pgvector cosine similarity.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Role-aware live tools — for a signed-in user, the bot can call real backend functions to pull their actual current data, not a guess.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 strict knowledge priority order: live tool data first, then semantic search results, then general knowledge — only for study help, never for GPREC-specific facts.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Nothing is invented — if it isn't in a tool result or the retrieved content, the bot says so instead of making it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STANDOUT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Live Data Tools, Per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Student: current attendance %, latest GPA/CGPA, placement-drive eligibility, outing requests, filed complaints.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Faculty: own leave request history, upcoming invigilation duties.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Parent: child's attendance, outing requests, visiting requests.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Admin: count of pending approvals awaiting their action.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Ask in plain English — "what's my attendance?" — the bot calls the tool and answers with today's real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TRUST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Guardrails Built Into the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Knowledge sources are ranked and never blended — a live tool result always wins over a website excerpt, which always wins over general knowledge.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Out-of-scope questions get a clean, consistent decline instead of an improvised answer.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Responses stream in token-by-token, so the answer starts appearing immediately rather than after a long wait.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Every answer is grounded in this app's own database or admin-published content — not the open internet.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GETS BETTER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Feedback Loop, Not a Static 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When an answer is wrong or incomplete, an admin can submit a correction.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That correction is embedded the same way as any knowledge chunk and written straight back into the knowledge base.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The very next matching question benefits — no retraining, no redeployment, no waiting for a new model.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The bot's knowledge is only as good as what admins have published and corrected — and it keeps improving.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FLEXIBLE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Runs Fully Local, or Swap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Default: Ollama running locally — qwen2.5:7b for answers, nomic-embed-text for search. No API cost, no data leaving the server.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Same code path also supports Anthropic Claude and Google Gemini — switch providers from one Admin Console settings panel, zero code changes.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A live "Test Connection" check in the panel confirms the model is reachable and lists installed models, before anyone relies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715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04"/>
                </a:solidFill>
                <a:latin typeface="Calibri"/>
              </a:rPr>
              <a:t>LIVE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"What's the fee structure for CSE?" — semantic search over the real admissions/fee pages.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Signed in as a student: "What's my current attendance?" — live tool call, real number from the database.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Signed in as admin: "How many approvals are pending for me?" — live tool call, role-scoped.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"Explain how binary search works" — general study help fallback.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A1F44"/>
                </a:solidFill>
                <a:latin typeface="Calibri"/>
              </a:rPr>
              <a:t>▸  "What's the weather today?" — out-of-scope, watch it decline cleanly instead of guessing.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Tip: ask these in order — it shows retrieval, live data, study help, and guardrails back to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80160" cy="762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8"/>
                </a:solidFill>
                <a:latin typeface="Calibri"/>
              </a:rPr>
              <a:t>GPRECian Bot · Built for GPREC · gprec.ac.in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3E8"/>
                </a:solidFill>
                <a:latin typeface="Calibri"/>
              </a:rPr>
              <a:t>GPRECian Bot · AI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9D3E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