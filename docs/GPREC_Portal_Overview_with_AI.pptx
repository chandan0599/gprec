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80160" cy="762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5D04"/>
                </a:solidFill>
                <a:latin typeface="Calibri"/>
              </a:rP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GPREC College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8"/>
                </a:solidFill>
                <a:latin typeface="Calibri"/>
              </a:rPr>
              <a:t>A role-based ERP web portal for students, faculty, administration, parents, alumni, and non-teaching staff — with an AI assistant built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Is the GPREC College Portal?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A full role-based ERP-style web application for G Pulla Reddy Engineering College — 10 distinct user roles, one shared codebase.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Combines the public college website with a complete internal portal — plain HTML/CSS/JS frontend, Python + PostgreSQL backend.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Digitizes day-to-day workflows: attendance, grades, fees, hostel, placements, examinations.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Every role gets a purpose-built dashboard with exactly the data and actions relevant to them.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Runs fully locally for development; deployable to production per PRODUCTION.md.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System Architecture &amp; 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Frontend: one shared script.js and styles.css driving every page across ~90 HTML files — no framework, no build step.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Backend: lightweight Python HTTP servers — portal_db_server.py (the API), admin_config_server.py, pdf_render_server.py, static_server.py.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Database: PostgreSQL, a single gprec_erp schema, 85 tables.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Configuration: admin-config.json (gitignored) holds every integration setting — DB connection, SMS/KYC, AI provider — editable live from the Admin Console.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ROLES &amp;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Who Uses It, and How They Get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10 roles: Student, Faculty, College/Department Admin, Hostel Warden, Exam Cell Officer, Placement Cell Officer, Parent, Alumni, Non-Teaching Staff, and public Event/Fest Visitors.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Public website: Homepage, About, Admissions, Campus Life, Fee Structure, Contact.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Role-based login: Roll No.+DOB, email+password, or mobile OTP — every form CAPTCHA-protected and rate-limited.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Dashboards: Student, Faculty, Admin Console, Department/Hostel/Exam/Placement, plus the Fest &amp; Event Management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STUDENT &amp; FACULTY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Student and Faculty Portals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Student: academics, subject-wise attendance, fees, hostel, campus events, and Manual Check-In for event volunteers.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Faculty: classes, assignments, attendance, leave, payroll, research — and now self-registration for campus events too.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Both share the same registration + downloadable digital pass flow for fest events.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Admin Console &amp; Scoped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Admin Console: the operational nerve centre — portal-wide counts, system health, every dashboard at a glance.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Manages Campus Events (publish, export check-ins) and Users &amp; Access (admin directory, roles, departments).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Department, Hostel Warden, Exam Cell, and Placement dashboards share the same login family, each scoped to its own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CAMPUS FEST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College Fest &amp; Event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Admins publish fest activities and approve faculty coordinators; faculty assign student volunteers.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Volunteers check attendees in at the gate — QR scan, or a desktop-friendly manual fallback.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Public Event Visitor page: outside guests sign up, register for events, and download a digital pass.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Compass/travel-themed design — ticker, zone map, schedule, sponsors — all admin-editable content.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GENERATED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Documents &amp; Digital Passes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ID cards, hall tickets, fee challans, pay slips, Form 16, certificates, and event posters — all generated as pixel-perfect PDFs/PNGs, right in the browser.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Digital passes for events, bus, hostel outings, and vehicles — each with an embedded QR code for scan-based check-in and verification.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Two render paths: native HTML-to-PDF via pdf_render_server.py (Playwright, pixel-perfect) with an automatic client-side fallback if that server isn't running.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Every template lives in file_templates/ as the design source of truth — the on-screen builders mirror it exactly.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AI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GPRECian Bot — 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An AI chat assistant built directly into the portal — for students, faculty, parents, admins, and public visitors.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Two knowledge sources, never guessing: real semantic search over admin-published GPREC content, and role-aware live tools that call real backend functions for the signed-in user's own current data.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Also helps with general study/academic questions — concept explanations, coding help, exam prep.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Strictly scoped — politely declines anything with no academic or institutional purpose.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AI ASSISTANT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a Question Becomes an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718407" y="1298448"/>
            <a:ext cx="4754880" cy="5029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 wrap="square" lIns="109728" rIns="109728" tIns="54864" bIns="54864"/>
          <a:lstStyle/>
          <a:p>
            <a:pPr algn="ctr"/>
            <a:r>
              <a:rPr sz="1250" b="1">
                <a:solidFill>
                  <a:srgbClr val="E85D04"/>
                </a:solidFill>
                <a:latin typeface="Calibri"/>
              </a:rPr>
              <a:t>1 · YOU ASK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Question typed into the GPRECian chat widget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718407" y="1298448"/>
            <a:ext cx="4754880" cy="444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184708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85D04"/>
                </a:solidFill>
                <a:latin typeface="Calibr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3747" y="2212848"/>
            <a:ext cx="5212080" cy="9601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 wrap="square" lIns="109728" rIns="109728" tIns="54864" bIns="54864"/>
          <a:lstStyle/>
          <a:p>
            <a:pPr algn="ctr"/>
            <a:r>
              <a:rPr sz="1250" b="1">
                <a:solidFill>
                  <a:srgbClr val="E85D04"/>
                </a:solidFill>
                <a:latin typeface="Calibri"/>
              </a:rPr>
              <a:t>2A · RETRIEVAL (Ollama: nomic-embed-text)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Question embedded (768-dim) and matched via PostgreSQL pgvector cosine search against admin-published GPREC 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3747" y="2212848"/>
            <a:ext cx="5212080" cy="444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2212848"/>
            <a:ext cx="5212080" cy="9601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 wrap="square" lIns="109728" rIns="109728" tIns="54864" bIns="54864"/>
          <a:lstStyle/>
          <a:p>
            <a:pPr algn="ctr"/>
            <a:r>
              <a:rPr sz="1250" b="1">
                <a:solidFill>
                  <a:srgbClr val="E85D04"/>
                </a:solidFill>
                <a:latin typeface="Calibri"/>
              </a:rPr>
              <a:t>2B · LIVE TOOL CALL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Role-aware backend function pulls the signed-in user's real current data (attendance, approvals, etc.)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5867" y="2212848"/>
            <a:ext cx="5212080" cy="444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4487" y="19293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( runs in parallel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2587" y="326440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85D04"/>
                </a:solidFill>
                <a:latin typeface="Calibri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4707" y="326440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85D04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52447" y="3630168"/>
            <a:ext cx="8686800" cy="9601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 wrap="square" lIns="109728" rIns="109728" tIns="54864" bIns="54864"/>
          <a:lstStyle/>
          <a:p>
            <a:pPr algn="ctr"/>
            <a:r>
              <a:rPr sz="1250" b="1">
                <a:solidFill>
                  <a:srgbClr val="E85D04"/>
                </a:solidFill>
                <a:latin typeface="Calibri"/>
              </a:rPr>
              <a:t>3 · GENERATION (Ollama: qwen2.5:7b)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System prompt + retrieved content + live data combined, in that strict priority order — never blended, nothing invented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2447" y="3630168"/>
            <a:ext cx="8686800" cy="444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8647" y="46817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85D04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18407" y="5047488"/>
            <a:ext cx="4754880" cy="5029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 wrap="square" lIns="109728" rIns="109728" tIns="54864" bIns="54864"/>
          <a:lstStyle/>
          <a:p>
            <a:pPr algn="ctr"/>
            <a:r>
              <a:rPr sz="1250" b="1">
                <a:solidFill>
                  <a:srgbClr val="E85D04"/>
                </a:solidFill>
                <a:latin typeface="Calibri"/>
              </a:rPr>
              <a:t>4 · YOU SEE IT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Answer streams back token-by-token into the chat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18407" y="5047488"/>
            <a:ext cx="4754880" cy="444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Both Ollama models run locally — no data leaves the server, no per-question API cost.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AI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Guardrails &amp; Getting Better Over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Strict priority order, never blended: live tool data first, then search results, then general knowledge (study help only, never GPREC facts).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Nothing is invented — if it isn't in a tool result or the retrieved content, the bot says so instead of guessing.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Self-improving: when an answer is wrong or incomplete, an admin correction is embedded and written straight back into the knowledge base — no retraining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AI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Runs Local, or Swap Providers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Default: Ollama running locally — qwen2.5:7b for answers, nomic-embed-text for search. No API cost, no data leaving the server.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Same code path also supports Anthropic Claude and Google Gemini — switch providers from one Admin Console panel, zero code changes.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Responses stream in token-by-token instead of arriving all at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Demo cue: ask "what’s my attendance?" while signed in — watch it call the live tool, not guess.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DATA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Database Design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All data in PostgreSQL, one gprec_erp schema, 85 tables.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Passwords salted and hashed, never plain text; a one-time First-Time Setup bootstraps the very first admin.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Self-hosted math CAPTCHA and server-side login throttling on every login/signup form.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Role-scoped API authorization on the backend — independent of what the frontend shows or hides.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A complete, role-aware digital front door for the college — public site through to a full academic ERP, plus an AI assistant that actually knows the data.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A dependency-light stack keeps it easy to run, audit, and extend without a framework build pipeline.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Future scope: native mobile apps, deeper analytics/reporting, real production integrations (Google/PayU/SMS), automated test coverage.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80160" cy="762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5D04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8"/>
                </a:solidFill>
                <a:latin typeface="Calibri"/>
              </a:rPr>
              <a:t>GPREC College Portal · gprec.ac.in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